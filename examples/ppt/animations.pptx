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dc5db4590f94d16" /><Relationship Type="http://schemas.openxmlformats.org/package/2006/relationships/metadata/core-properties" Target="/docProps/core.xml" Id="R4b3b1630aa5e4eaf" /><Relationship Type="http://schemas.openxmlformats.org/officeDocument/2006/relationships/extended-properties" Target="/docProps/app.xml" Id="Rf8629d7dc7ff4965" /><Relationship Type="http://schemas.openxmlformats.org/officeDocument/2006/relationships/custom-properties" Target="/docProps/custom.xml" Id="Re3185cb89ae241b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91d5042e60843ca"/>
    <p:sldId id="257" r:id="R2a3fa7f232f74e75"/>
    <p:sldId id="258" r:id="R7997b1dab75d442b"/>
    <p:sldId id="259" r:id="Rc491e24c33134296"/>
    <p:sldId id="260" r:id="R3db01a83a9814872"/>
    <p:sldId id="261" r:id="Rda816efe49e4459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91d5042e60843ca" /><Relationship Type="http://schemas.openxmlformats.org/officeDocument/2006/relationships/slide" Target="/ppt/slides/slide2.xml" Id="R2a3fa7f232f74e75" /><Relationship Type="http://schemas.openxmlformats.org/officeDocument/2006/relationships/slide" Target="/ppt/slides/slide3.xml" Id="R7997b1dab75d442b" /><Relationship Type="http://schemas.openxmlformats.org/officeDocument/2006/relationships/slide" Target="/ppt/slides/slide4.xml" Id="Rc491e24c33134296" /><Relationship Type="http://schemas.openxmlformats.org/officeDocument/2006/relationships/slide" Target="/ppt/slides/slide5.xml" Id="R3db01a83a9814872" /><Relationship Type="http://schemas.openxmlformats.org/officeDocument/2006/relationships/slide" Target="/ppt/slides/slide6.xml" Id="Rda816efe49e4459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7e82d0c9b4d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3775b4f8746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fdc7166e944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8c85b9b4f4c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c8dc70ce744f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722347e28ce491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2c42267b5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8a1815b06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7022f7ceb4e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a1ff1f9dd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0deb1a406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474b8f3bc4df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A"/>
            </a:gs>
            <a:gs pos="100000">
              <a:srgbClr val="1B4F72"/>
            </a:gs>
          </a:gsLst>
          <a:path path="circle">
            <a:fillToRect l="0" t="100000" r="100000" b="0"/>
          </a:path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>
                <a:solidFill>
                  <a:srgbClr val="FFFFFF"/>
                </a:solidFill>
              </a:rPr>
              <a:t>Animation Showcase</a:t>
            </a:r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85C1E9"/>
                </a:solidFill>
              </a:rPr>
              <a:t>Every animation effect in officecli</a:t>
            </a:r>
            <a:endParaRPr lang="en-US"/>
          </a:p>
        </p:txBody>
      </p:sp>
    </p:spTree>
  </p:cSld>
  <p:transition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</a:rPr>
              <a:t>Entrance Effects</a:t>
            </a:r>
          </a:p>
        </p:txBody>
      </p:sp>
      <p:sp>
        <p:nvSpPr>
          <p:cNvPr id="100000" name="TextBox 2"/>
          <p:cNvSpPr/>
          <p:nvPr/>
        </p:nvSpPr>
        <p:spPr>
          <a:xfrm xmlns:a="http://schemas.openxmlformats.org/drawingml/2006/main">
            <a:off x="36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appear</a:t>
            </a:r>
          </a:p>
        </p:txBody>
      </p:sp>
      <p:sp>
        <p:nvSpPr>
          <p:cNvPr id="100001" name="TextBox 3"/>
          <p:cNvSpPr/>
          <p:nvPr/>
        </p:nvSpPr>
        <p:spPr>
          <a:xfrm xmlns:a="http://schemas.openxmlformats.org/drawingml/2006/main">
            <a:off x="252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fade</a:t>
            </a:r>
          </a:p>
        </p:txBody>
      </p:sp>
      <p:sp>
        <p:nvSpPr>
          <p:cNvPr id="100002" name="TextBox 4"/>
          <p:cNvSpPr/>
          <p:nvPr/>
        </p:nvSpPr>
        <p:spPr>
          <a:xfrm xmlns:a="http://schemas.openxmlformats.org/drawingml/2006/main">
            <a:off x="468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fly</a:t>
            </a:r>
          </a:p>
        </p:txBody>
      </p:sp>
      <p:sp>
        <p:nvSpPr>
          <p:cNvPr id="100003" name="TextBox 5"/>
          <p:cNvSpPr/>
          <p:nvPr/>
        </p:nvSpPr>
        <p:spPr>
          <a:xfrm xmlns:a="http://schemas.openxmlformats.org/drawingml/2006/main">
            <a:off x="684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zoom</a:t>
            </a:r>
          </a:p>
        </p:txBody>
      </p:sp>
      <p:sp>
        <p:nvSpPr>
          <p:cNvPr id="100004" name="TextBox 6"/>
          <p:cNvSpPr/>
          <p:nvPr/>
        </p:nvSpPr>
        <p:spPr>
          <a:xfrm xmlns:a="http://schemas.openxmlformats.org/drawingml/2006/main">
            <a:off x="36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wipe</a:t>
            </a:r>
          </a:p>
        </p:txBody>
      </p:sp>
      <p:sp>
        <p:nvSpPr>
          <p:cNvPr id="100005" name="TextBox 7"/>
          <p:cNvSpPr/>
          <p:nvPr/>
        </p:nvSpPr>
        <p:spPr>
          <a:xfrm xmlns:a="http://schemas.openxmlformats.org/drawingml/2006/main">
            <a:off x="252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bounce</a:t>
            </a:r>
          </a:p>
        </p:txBody>
      </p:sp>
      <p:sp>
        <p:nvSpPr>
          <p:cNvPr id="100006" name="TextBox 8"/>
          <p:cNvSpPr/>
          <p:nvPr/>
        </p:nvSpPr>
        <p:spPr>
          <a:xfrm xmlns:a="http://schemas.openxmlformats.org/drawingml/2006/main">
            <a:off x="468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7E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float</a:t>
            </a:r>
          </a:p>
        </p:txBody>
      </p:sp>
      <p:sp>
        <p:nvSpPr>
          <p:cNvPr id="100007" name="TextBox 9"/>
          <p:cNvSpPr/>
          <p:nvPr/>
        </p:nvSpPr>
        <p:spPr>
          <a:xfrm xmlns:a="http://schemas.openxmlformats.org/drawingml/2006/main">
            <a:off x="684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split</a:t>
            </a:r>
          </a:p>
        </p:txBody>
      </p:sp>
      <p:sp>
        <p:nvSpPr>
          <p:cNvPr id="100008" name="TextBox 10"/>
          <p:cNvSpPr/>
          <p:nvPr/>
        </p:nvSpPr>
        <p:spPr>
          <a:xfrm xmlns:a="http://schemas.openxmlformats.org/drawingml/2006/main">
            <a:off x="36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wheel</a:t>
            </a:r>
          </a:p>
        </p:txBody>
      </p:sp>
      <p:sp>
        <p:nvSpPr>
          <p:cNvPr id="100009" name="TextBox 11"/>
          <p:cNvSpPr/>
          <p:nvPr/>
        </p:nvSpPr>
        <p:spPr>
          <a:xfrm xmlns:a="http://schemas.openxmlformats.org/drawingml/2006/main">
            <a:off x="252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swivel</a:t>
            </a:r>
          </a:p>
        </p:txBody>
      </p:sp>
      <p:sp>
        <p:nvSpPr>
          <p:cNvPr id="100010" name="TextBox 12"/>
          <p:cNvSpPr/>
          <p:nvPr/>
        </p:nvSpPr>
        <p:spPr>
          <a:xfrm xmlns:a="http://schemas.openxmlformats.org/drawingml/2006/main">
            <a:off x="468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54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checkerboard</a:t>
            </a:r>
          </a:p>
        </p:txBody>
      </p:sp>
      <p:sp>
        <p:nvSpPr>
          <p:cNvPr id="100011" name="TextBox 13"/>
          <p:cNvSpPr/>
          <p:nvPr/>
        </p:nvSpPr>
        <p:spPr>
          <a:xfrm xmlns:a="http://schemas.openxmlformats.org/drawingml/2006/main">
            <a:off x="684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D3C9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blinds</a:t>
            </a:r>
          </a:p>
        </p:txBody>
      </p:sp>
    </p:spTree>
  </p:cSld>
  <p:transition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10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24" dur="700" fill="hold"/>
                                        <p:tgtEl>
                                          <p:spTgt spid="10000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10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4" presetClass="entr" presetSubtype="0" dur="8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00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ntr" presetSubtype="1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600"/>
                                        <p:tgtEl>
                                          <p:spTgt spid="10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800"/>
                                        <p:tgtEl>
                                          <p:spTgt spid="1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>
                                      <p:cBhvr>
                                        <p:cTn id="61" dur="700" fill="hold"/>
                                        <p:tgtEl>
                                          <p:spTgt spid="100009"/>
                                        </p:tgtEl>
                                      </p:cBhvr>
                                    </p:animRo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0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5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600"/>
                                        <p:tgtEl>
                                          <p:spTgt spid="1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600"/>
                                        <p:tgtEl>
                                          <p:spTgt spid="10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00" grpId="0"/>
      <p:bldP spid="100001" grpId="1"/>
      <p:bldP spid="100002" grpId="2"/>
      <p:bldP spid="100003" grpId="3"/>
      <p:bldP spid="100004" grpId="4"/>
      <p:bldP spid="100005" grpId="5"/>
      <p:bldP spid="100006" grpId="6"/>
      <p:bldP spid="100007" grpId="7"/>
      <p:bldP spid="100008" grpId="8"/>
      <p:bldP spid="100009" grpId="9"/>
      <p:bldP spid="100010" grpId="10"/>
      <p:bldP spid="100011" grpId="11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</a:rPr>
              <a:t>Exit Effects</a:t>
            </a:r>
          </a:p>
        </p:txBody>
      </p:sp>
      <p:sp>
        <p:nvSpPr>
          <p:cNvPr id="100012" name="TextBox 2"/>
          <p:cNvSpPr/>
          <p:nvPr/>
        </p:nvSpPr>
        <p:spPr>
          <a:xfrm xmlns:a="http://schemas.openxmlformats.org/drawingml/2006/main">
            <a:off x="36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fade out</a:t>
            </a:r>
          </a:p>
        </p:txBody>
      </p:sp>
      <p:sp>
        <p:nvSpPr>
          <p:cNvPr id="100013" name="TextBox 3"/>
          <p:cNvSpPr/>
          <p:nvPr/>
        </p:nvSpPr>
        <p:spPr>
          <a:xfrm xmlns:a="http://schemas.openxmlformats.org/drawingml/2006/main">
            <a:off x="324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fly out</a:t>
            </a:r>
          </a:p>
        </p:txBody>
      </p:sp>
      <p:sp>
        <p:nvSpPr>
          <p:cNvPr id="100014" name="TextBox 4"/>
          <p:cNvSpPr/>
          <p:nvPr/>
        </p:nvSpPr>
        <p:spPr>
          <a:xfrm xmlns:a="http://schemas.openxmlformats.org/drawingml/2006/main">
            <a:off x="612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zoom out</a:t>
            </a:r>
          </a:p>
        </p:txBody>
      </p:sp>
      <p:sp>
        <p:nvSpPr>
          <p:cNvPr id="100015" name="TextBox 5"/>
          <p:cNvSpPr/>
          <p:nvPr/>
        </p:nvSpPr>
        <p:spPr>
          <a:xfrm xmlns:a="http://schemas.openxmlformats.org/drawingml/2006/main">
            <a:off x="36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dissolve out</a:t>
            </a:r>
          </a:p>
        </p:txBody>
      </p:sp>
      <p:sp>
        <p:nvSpPr>
          <p:cNvPr id="100016" name="TextBox 6"/>
          <p:cNvSpPr/>
          <p:nvPr/>
        </p:nvSpPr>
        <p:spPr>
          <a:xfrm xmlns:a="http://schemas.openxmlformats.org/drawingml/2006/main">
            <a:off x="324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wipe out</a:t>
            </a:r>
          </a:p>
        </p:txBody>
      </p:sp>
      <p:sp>
        <p:nvSpPr>
          <p:cNvPr id="100017" name="TextBox 7"/>
          <p:cNvSpPr/>
          <p:nvPr/>
        </p:nvSpPr>
        <p:spPr>
          <a:xfrm xmlns:a="http://schemas.openxmlformats.org/drawingml/2006/main">
            <a:off x="612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onsolas"/>
                <a:ea typeface="Consolas"/>
              </a:rPr>
              <a:t>flash out</a:t>
            </a:r>
          </a:p>
        </p:txBody>
      </p:sp>
    </p:spTree>
  </p:cSld>
  <p:transition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" dur="800"/>
                                        <p:tgtEl>
                                          <p:spTgt spid="10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0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Scale zoomContents="1">
                                      <p:cBhvr>
                                        <p:cTn id="18" dur="700" fill="hold"/>
                                        <p:tgtEl>
                                          <p:spTgt spid="100014"/>
                                        </p:tgtEl>
                                      </p:cBhvr>
                                      <p:from x="100000" y="100000"/>
                                      <p:to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dissolve">
                                      <p:cBhvr>
                                        <p:cTn id="24" dur="600"/>
                                        <p:tgtEl>
                                          <p:spTgt spid="10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xit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left)">
                                      <p:cBhvr>
                                        <p:cTn id="30" dur="600"/>
                                        <p:tgtEl>
                                          <p:spTgt spid="10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1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lash">
                                      <p:cBhvr>
                                        <p:cTn id="36" dur="500"/>
                                        <p:tgtEl>
                                          <p:spTgt spid="10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2" grpId="0"/>
      <p:bldP spid="100013" grpId="1"/>
      <p:bldP spid="100014" grpId="2"/>
      <p:bldP spid="100015" grpId="3"/>
      <p:bldP spid="100016" grpId="4"/>
      <p:bldP spid="100017" grpId="5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</a:rPr>
              <a:t>Emphasis Effects</a:t>
            </a:r>
          </a:p>
        </p:txBody>
      </p:sp>
      <p:sp>
        <p:nvSpPr>
          <p:cNvPr id="100018" name="TextBox 2"/>
          <p:cNvSpPr/>
          <p:nvPr/>
        </p:nvSpPr>
        <p:spPr>
          <a:xfrm xmlns:a="http://schemas.openxmlformats.org/drawingml/2006/main">
            <a:off x="72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onsolas"/>
                <a:ea typeface="Consolas"/>
              </a:rPr>
              <a:t>spin</a:t>
            </a:r>
          </a:p>
        </p:txBody>
      </p:sp>
      <p:sp>
        <p:nvSpPr>
          <p:cNvPr id="100019" name="TextBox 3"/>
          <p:cNvSpPr/>
          <p:nvPr/>
        </p:nvSpPr>
        <p:spPr>
          <a:xfrm xmlns:a="http://schemas.openxmlformats.org/drawingml/2006/main">
            <a:off x="288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onsolas"/>
                <a:ea typeface="Consolas"/>
              </a:rPr>
              <a:t>grow</a:t>
            </a:r>
          </a:p>
        </p:txBody>
      </p:sp>
      <p:sp>
        <p:nvSpPr>
          <p:cNvPr id="100020" name="TextBox 4"/>
          <p:cNvSpPr/>
          <p:nvPr/>
        </p:nvSpPr>
        <p:spPr>
          <a:xfrm xmlns:a="http://schemas.openxmlformats.org/drawingml/2006/main">
            <a:off x="504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onsolas"/>
                <a:ea typeface="Consolas"/>
              </a:rPr>
              <a:t>wave</a:t>
            </a:r>
          </a:p>
        </p:txBody>
      </p:sp>
      <p:sp>
        <p:nvSpPr>
          <p:cNvPr id="100021" name="TextBox 5"/>
          <p:cNvSpPr/>
          <p:nvPr/>
        </p:nvSpPr>
        <p:spPr>
          <a:xfrm xmlns:a="http://schemas.openxmlformats.org/drawingml/2006/main">
            <a:off x="720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onsolas"/>
                <a:ea typeface="Consolas"/>
              </a:rPr>
              <a:t>bold</a:t>
            </a:r>
          </a:p>
        </p:txBody>
      </p:sp>
    </p:spTree>
  </p:cSld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8" presetClass="emph" presetSubtype="0" dur="1000" fill="hold" grpId="0" nodeType="click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Rot by="21600000">
                                      <p:cBhvr>
                                        <p:cTn id="3" dur="1000" fill="hold"/>
                                        <p:tgtEl>
                                          <p:spTgt spid="1000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" presetClass="emph" presetSubtype="0" dur="800" fill="hold" grpId="1" nodeType="after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Scale>
                                      <p:cBhvr>
                                        <p:cTn id="7" dur="800" fill="hold"/>
                                        <p:tgtEl>
                                          <p:spTgt spid="1000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mph" presetSubtype="0" dur="7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dur="500" fill="hold" grpId="3" nodeType="after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000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000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000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8" grpId="0"/>
      <p:bldP spid="100019" grpId="1"/>
      <p:bldP spid="100020" grpId="2"/>
      <p:bldP spid="100021" grpId="3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</a:rPr>
              <a:t>Slide Transitions</a:t>
            </a:r>
          </a:p>
        </p:txBody>
      </p:sp>
      <p:sp>
        <p:nvSpPr>
          <p:cNvPr id="100022" name="TextBox 2"/>
          <p:cNvSpPr/>
          <p:nvPr/>
        </p:nvSpPr>
        <p:spPr>
          <a:xfrm xmlns:a="http://schemas.openxmlformats.org/drawingml/2006/main">
            <a:off x="36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fade</a:t>
            </a:r>
          </a:p>
        </p:txBody>
      </p:sp>
      <p:sp>
        <p:nvSpPr>
          <p:cNvPr id="100023" name="TextBox 3"/>
          <p:cNvSpPr/>
          <p:nvPr/>
        </p:nvSpPr>
        <p:spPr>
          <a:xfrm xmlns:a="http://schemas.openxmlformats.org/drawingml/2006/main">
            <a:off x="252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wipe</a:t>
            </a:r>
          </a:p>
        </p:txBody>
      </p:sp>
      <p:sp>
        <p:nvSpPr>
          <p:cNvPr id="100024" name="TextBox 4"/>
          <p:cNvSpPr/>
          <p:nvPr/>
        </p:nvSpPr>
        <p:spPr>
          <a:xfrm xmlns:a="http://schemas.openxmlformats.org/drawingml/2006/main">
            <a:off x="468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push</a:t>
            </a:r>
          </a:p>
        </p:txBody>
      </p:sp>
      <p:sp>
        <p:nvSpPr>
          <p:cNvPr id="100025" name="TextBox 5"/>
          <p:cNvSpPr/>
          <p:nvPr/>
        </p:nvSpPr>
        <p:spPr>
          <a:xfrm xmlns:a="http://schemas.openxmlformats.org/drawingml/2006/main">
            <a:off x="684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split</a:t>
            </a:r>
          </a:p>
        </p:txBody>
      </p:sp>
      <p:sp>
        <p:nvSpPr>
          <p:cNvPr id="100026" name="TextBox 6"/>
          <p:cNvSpPr/>
          <p:nvPr/>
        </p:nvSpPr>
        <p:spPr>
          <a:xfrm xmlns:a="http://schemas.openxmlformats.org/drawingml/2006/main">
            <a:off x="36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zoom</a:t>
            </a:r>
          </a:p>
        </p:txBody>
      </p:sp>
      <p:sp>
        <p:nvSpPr>
          <p:cNvPr id="100027" name="TextBox 7"/>
          <p:cNvSpPr/>
          <p:nvPr/>
        </p:nvSpPr>
        <p:spPr>
          <a:xfrm xmlns:a="http://schemas.openxmlformats.org/drawingml/2006/main">
            <a:off x="252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wheel</a:t>
            </a:r>
          </a:p>
        </p:txBody>
      </p:sp>
      <p:sp>
        <p:nvSpPr>
          <p:cNvPr id="100028" name="TextBox 8"/>
          <p:cNvSpPr/>
          <p:nvPr/>
        </p:nvSpPr>
        <p:spPr>
          <a:xfrm xmlns:a="http://schemas.openxmlformats.org/drawingml/2006/main">
            <a:off x="468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cover</a:t>
            </a:r>
          </a:p>
        </p:txBody>
      </p:sp>
      <p:sp>
        <p:nvSpPr>
          <p:cNvPr id="100029" name="TextBox 9"/>
          <p:cNvSpPr/>
          <p:nvPr/>
        </p:nvSpPr>
        <p:spPr>
          <a:xfrm xmlns:a="http://schemas.openxmlformats.org/drawingml/2006/main">
            <a:off x="684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reveal</a:t>
            </a:r>
          </a:p>
        </p:txBody>
      </p:sp>
      <p:sp>
        <p:nvSpPr>
          <p:cNvPr id="100030" name="TextBox 10"/>
          <p:cNvSpPr/>
          <p:nvPr/>
        </p:nvSpPr>
        <p:spPr>
          <a:xfrm xmlns:a="http://schemas.openxmlformats.org/drawingml/2006/main">
            <a:off x="36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dissolve</a:t>
            </a:r>
          </a:p>
        </p:txBody>
      </p:sp>
      <p:sp>
        <p:nvSpPr>
          <p:cNvPr id="100031" name="TextBox 11"/>
          <p:cNvSpPr/>
          <p:nvPr/>
        </p:nvSpPr>
        <p:spPr>
          <a:xfrm xmlns:a="http://schemas.openxmlformats.org/drawingml/2006/main">
            <a:off x="252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random</a:t>
            </a:r>
          </a:p>
        </p:txBody>
      </p:sp>
      <p:sp>
        <p:nvSpPr>
          <p:cNvPr id="100032" name="TextBox 12"/>
          <p:cNvSpPr/>
          <p:nvPr/>
        </p:nvSpPr>
        <p:spPr>
          <a:xfrm xmlns:a="http://schemas.openxmlformats.org/drawingml/2006/main">
            <a:off x="468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blinds</a:t>
            </a:r>
          </a:p>
        </p:txBody>
      </p:sp>
      <p:sp>
        <p:nvSpPr>
          <p:cNvPr id="100033" name="TextBox 13"/>
          <p:cNvSpPr/>
          <p:nvPr/>
        </p:nvSpPr>
        <p:spPr>
          <a:xfrm xmlns:a="http://schemas.openxmlformats.org/drawingml/2006/main">
            <a:off x="684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checker</a:t>
            </a:r>
          </a:p>
        </p:txBody>
      </p:sp>
      <p:sp>
        <p:nvSpPr>
          <p:cNvPr id="100034" name="TextBox 14"/>
          <p:cNvSpPr/>
          <p:nvPr/>
        </p:nvSpPr>
        <p:spPr>
          <a:xfrm xmlns:a="http://schemas.openxmlformats.org/drawingml/2006/main">
            <a:off x="360000" y="41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Consolas"/>
                <a:ea typeface="Consolas"/>
              </a:rPr>
              <a:t>strips</a:t>
            </a:r>
          </a:p>
        </p:txBody>
      </p:sp>
    </p:spTree>
  </p:cSld>
  <p:transition>
    <p:split orient="horz"/>
  </p:transition>
</p:sld>
</file>

<file path=ppt/slides/slide6.xml><?xml version="1.0" encoding="utf-8"?>
<p:sld xmlns:p14="http://schemas.microsoft.com/office/powerpoint/2010/main" xmlns:mc="http://schemas.openxmlformats.org/markup-compatibility/2006" xmlns:p="http://schemas.openxmlformats.org/presentationml/2006/main" mc:Ignorable="p14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</a:rPr>
              <a:t>Timing &amp; Triggers</a:t>
            </a:r>
          </a:p>
        </p:txBody>
      </p:sp>
      <p:sp>
        <p:nvSpPr>
          <p:cNvPr id="100035" name="TextBox 2"/>
          <p:cNvSpPr/>
          <p:nvPr/>
        </p:nvSpPr>
        <p:spPr>
          <a:xfrm xmlns:a="http://schemas.openxmlformats.org/drawingml/2006/main">
            <a:off x="36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Click to animate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(default trigger)</a:t>
            </a:r>
          </a:p>
        </p:txBody>
      </p:sp>
      <p:sp>
        <p:nvSpPr>
          <p:cNvPr id="100036" name="TextBox 3"/>
          <p:cNvSpPr/>
          <p:nvPr/>
        </p:nvSpPr>
        <p:spPr>
          <a:xfrm xmlns:a="http://schemas.openxmlformats.org/drawingml/2006/main">
            <a:off x="324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After previous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(auto-follows)</a:t>
            </a:r>
          </a:p>
        </p:txBody>
      </p:sp>
      <p:sp>
        <p:nvSpPr>
          <p:cNvPr id="100037" name="TextBox 4"/>
          <p:cNvSpPr/>
          <p:nvPr/>
        </p:nvSpPr>
        <p:spPr>
          <a:xfrm xmlns:a="http://schemas.openxmlformats.org/drawingml/2006/main">
            <a:off x="612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With previous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(simultaneous)</a:t>
            </a:r>
          </a:p>
        </p:txBody>
      </p:sp>
      <p:sp>
        <p:nvSpPr>
          <p:cNvPr id="100038" name="TextBox 5"/>
          <p:cNvSpPr/>
          <p:nvPr/>
        </p:nvSpPr>
        <p:spPr>
          <a:xfrm xmlns:a="http://schemas.openxmlformats.org/drawingml/2006/main">
            <a:off x="360000" y="3240000"/>
            <a:ext cx="39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Slow (2000ms)</a:t>
            </a:r>
          </a:p>
        </p:txBody>
      </p:sp>
      <p:sp>
        <p:nvSpPr>
          <p:cNvPr id="100039" name="TextBox 6"/>
          <p:cNvSpPr/>
          <p:nvPr/>
        </p:nvSpPr>
        <p:spPr>
          <a:xfrm xmlns:a="http://schemas.openxmlformats.org/drawingml/2006/main">
            <a:off x="4680000" y="3240000"/>
            <a:ext cx="39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onsolas"/>
                <a:ea typeface="Consolas"/>
              </a:rPr>
              <a:t>Fast (200ms)</a:t>
            </a:r>
          </a:p>
        </p:txBody>
      </p:sp>
    </p:spTree>
  </p:cSld>
  <mc:AlternateContent>
    <mc:Choice Requires="p14">
      <p:transition xmlns:p14="http://schemas.microsoft.com/office/powerpoint/2010/main" advTm="5000">
        <p14:reveal dir="l"/>
      </p:transition>
    </mc:Choice>
    <mc:Fallback>
      <p:transition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8" dur="500" fill="hold"/>
                                        <p:tgtEl>
                                          <p:spTgt spid="10003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"/>
                                        <p:tgtEl>
                                          <p:spTgt spid="1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35" grpId="0"/>
      <p:bldP spid="100036" grpId="1"/>
      <p:bldP spid="100037" grpId="2"/>
      <p:bldP spid="100038" grpId="3"/>
      <p:bldP spid="100039" grpId="4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OfficeCLI/1.0.119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2026-06-24T16:39:55Z</dcterms:created>
  <cp:lastModifiedBy>OfficeCLI</cp:lastModifiedBy>
  <dcterms:modified xsi:type="dcterms:W3CDTF">2026-06-24T16:39:55Z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1.0.119</vt:lpwstr>
  </op:property>
  <op:property fmtid="{D5CDD505-2E9C-101B-9397-08002B2CF9AE}" pid="3" name="OfficeCLI.LastModified">
    <vt:lpwstr xmlns:vt="http://schemas.openxmlformats.org/officeDocument/2006/docPropsVTypes">2026-06-24T16:40:03Z</vt:lpwstr>
  </op:property>
</op:Properties>
</file>